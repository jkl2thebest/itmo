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7"/>
  </p:notesMasterIdLst>
  <p:handoutMasterIdLst>
    <p:handoutMasterId r:id="rId18"/>
  </p:handoutMasterIdLst>
  <p:sldIdLst>
    <p:sldId id="265" r:id="rId2"/>
    <p:sldId id="324" r:id="rId3"/>
    <p:sldId id="325" r:id="rId4"/>
    <p:sldId id="322" r:id="rId5"/>
    <p:sldId id="326" r:id="rId6"/>
    <p:sldId id="284" r:id="rId7"/>
    <p:sldId id="316" r:id="rId8"/>
    <p:sldId id="315" r:id="rId9"/>
    <p:sldId id="317" r:id="rId10"/>
    <p:sldId id="319" r:id="rId11"/>
    <p:sldId id="320" r:id="rId12"/>
    <p:sldId id="263" r:id="rId13"/>
    <p:sldId id="280" r:id="rId14"/>
    <p:sldId id="310" r:id="rId15"/>
    <p:sldId id="30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Название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4400" dirty="0">
                <a:solidFill>
                  <a:schemeClr val="bg1"/>
                </a:solidFill>
              </a:rPr>
              <a:t>презентации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55CAB40C-5337-8BF0-0625-E685F899A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924" b="5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87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5343</TotalTime>
  <Words>209</Words>
  <Application>Microsoft Office PowerPoint</Application>
  <PresentationFormat>Экран (16:9)</PresentationFormat>
  <Paragraphs>24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Название презентации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Петухова Виктория Андреевна</cp:lastModifiedBy>
  <cp:revision>103</cp:revision>
  <dcterms:created xsi:type="dcterms:W3CDTF">2014-06-27T12:30:22Z</dcterms:created>
  <dcterms:modified xsi:type="dcterms:W3CDTF">2022-09-09T13:21:46Z</dcterms:modified>
</cp:coreProperties>
</file>
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/gHMQOzz42+CCEP9BKU1B6+SS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314276" y="347110"/>
            <a:ext cx="9144000" cy="6171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ru-RU" sz="1600"/>
              <a:t>Информационная безопасность баз данных</a:t>
            </a:r>
            <a:endParaRPr b="1"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16 ак.часов – 8 лекций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32 ак.часа лабораторных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Экзамен и курсовая работа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ru-RU" sz="1600"/>
              <a:t>По итогу реализации дисциплины выставляется 2 оценки.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1 оценка за выполнение лабораторных и сдачу экзамена (максимум – 100 б)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Посещение лекций - 5 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Промежуточный дедлайн для сдачи ЛР (середина семестра) - 5 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Личностные качества – 10 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Лабы (4 ЛР – 13 б, 5 ЛР – 8 б) – 60 б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Экзамен - 20 б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2 оценка за курсовую работу 100 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сдача блока ЛР – 60 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Оформление, структура, логичность изложения – 10 б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>- Доработки имеющегося образца, новизна (как по сравнению с однокурсниками, так в общем для предметной области) и сложность предлагамых решений - 30 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subTitle"/>
          </p:nvPr>
        </p:nvSpPr>
        <p:spPr>
          <a:xfrm>
            <a:off x="1314275" y="347103"/>
            <a:ext cx="9144000" cy="4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ru-RU" sz="1600"/>
              <a:t>КР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lang="ru-RU" sz="1600"/>
              <a:t>выбор темы до конца октября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ru-RU" sz="1600"/>
              <a:t>на проверку высылается сразу полный текст КР со всеми структурными элементами, оформлением, титульными листами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ru-RU" sz="1600"/>
              <a:t>для проверки - загружаем текущую версию на диск в созданный каталог</a:t>
            </a:r>
            <a:endParaRPr sz="16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ru-RU" sz="1600"/>
              <a:t>дедлайн сдачи итоговых КР - 1 декабря.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2024-09-03T12:22:49Z</dcterms:created>
  <dc:creator>Sergey Taranov</dc:creator>
</cp:coreProperties>
</file>